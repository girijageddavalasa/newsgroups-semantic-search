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70" r:id="rId5"/>
    <p:sldId id="265" r:id="rId6"/>
    <p:sldId id="263" r:id="rId7"/>
    <p:sldId id="259" r:id="rId8"/>
    <p:sldId id="258" r:id="rId9"/>
    <p:sldId id="264" r:id="rId10"/>
    <p:sldId id="260" r:id="rId11"/>
    <p:sldId id="261" r:id="rId12"/>
    <p:sldId id="262" r:id="rId13"/>
    <p:sldId id="268" r:id="rId14"/>
    <p:sldId id="269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5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0A994-499E-B487-5EB9-735EBB879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C2E8F-C66C-142E-9086-5D6FD251E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60C2D-2F69-904C-4012-E9953E6F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0442-FC27-4124-B1E5-D1CB6131CFC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D0D8B-49E2-ACFE-34CB-7FE4E54E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48ACB-30BD-7432-C33B-FFF1006C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4BBB-EB77-4E99-93AA-4F0AD5927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80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A87B9-C5A4-AD32-958D-9654E0F08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5C36A-BAFE-660F-D576-A2DFCD4DD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57322-4B5F-6600-6F06-C91C2A525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0442-FC27-4124-B1E5-D1CB6131CFC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0BC83-FE73-9498-78BA-7BA7D1544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A7418-8107-ABC8-5348-E3E8CD1D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4BBB-EB77-4E99-93AA-4F0AD5927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07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C2894-A4A4-D12A-0ABD-F73C91B22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93925-232B-5166-8D54-310A7CF9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08A5A-4578-6E5A-4D43-82FAC534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0442-FC27-4124-B1E5-D1CB6131CFC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523D5-C062-A929-58FF-60ED666E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D6EAD-D71D-8285-D998-FE737BDE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4BBB-EB77-4E99-93AA-4F0AD5927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126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B5AD0-BC19-3F50-1B9A-78D28C3A5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EC32A-B41C-E484-FF44-06D274AB9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39F4D-38F2-83A6-C425-6F415F38F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00035-9511-27B3-D2D7-31897CC1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0442-FC27-4124-B1E5-D1CB6131CFC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2919C-5EE9-CD31-731A-33D775E7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1712C-8817-6031-C8CE-C290DB1C8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4BBB-EB77-4E99-93AA-4F0AD5927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8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7C6AB-D30B-7973-2BB0-986A886D6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1CD59-4826-D6E1-CE78-B6190015B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43D41-D0A3-3D32-62DD-98ED6F192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E3430B-B979-02AA-DC04-675EE5229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8E21A8-147D-D6BB-A900-48435AC1E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463122-C292-79F7-D060-9B59550FF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0442-FC27-4124-B1E5-D1CB6131CFC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89976-C5D2-65C6-A2B5-6FF5A7AC3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4B13BD-34AE-41C8-70DA-B6865333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4BBB-EB77-4E99-93AA-4F0AD5927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91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37C6E-CF17-AC78-6927-EFCB4D85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7CE9E3-C37A-1B63-B0D2-3A730091D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0442-FC27-4124-B1E5-D1CB6131CFC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CE37E-4CF6-22A3-7C88-3C056615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40409-93E1-DA2A-DC08-DB63C9B9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4BBB-EB77-4E99-93AA-4F0AD5927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55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7AFE35-88EA-DD3F-2A35-881986BE7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0442-FC27-4124-B1E5-D1CB6131CFC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6EE60-4B14-CF42-0824-366E348F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82FAF-9937-C02E-98C8-09F33A70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4BBB-EB77-4E99-93AA-4F0AD5927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27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8DBE6-22F2-5367-9736-B1D419992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94BBD-0828-C1FD-2B6E-9E8C86D43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87AFA-F76F-E9A0-43A2-50E9665FD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2606B-A912-5B1B-EAB2-EE04CBED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0442-FC27-4124-B1E5-D1CB6131CFC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A62C5-28BA-2B45-5188-44E6F3404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97BBB-8DDA-E4E5-DC4E-C5C053124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4BBB-EB77-4E99-93AA-4F0AD5927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35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736C-AF8A-98F1-7ED2-82BCCF083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81D9D9-2AF0-3589-84D0-8E24F0A60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36CB6-005E-CECD-B27F-87D4F4E27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456D9-D2DA-6F1A-A8CD-CEFEC7DB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0442-FC27-4124-B1E5-D1CB6131CFC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F6917-25DE-CC55-8D57-5B166D035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BE708-1218-C265-9290-5F68562BC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4BBB-EB77-4E99-93AA-4F0AD5927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018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66AF-5AD2-6877-5075-E7163A3E9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DCB04-CB80-79F8-BF0F-661561A47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5943C-3AB6-47CB-2FC7-F0A6507A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0442-FC27-4124-B1E5-D1CB6131CFC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9E556-45C5-994A-5668-65212FDD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A0AD9-095C-E8C2-A2AE-AAB11BA6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4BBB-EB77-4E99-93AA-4F0AD5927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03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691134-0086-48CF-2CA0-BE43DA78DB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2944E-53BB-D0B6-1C9E-FC903C233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19076-1F94-6114-BFB5-9BADB6E4D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80442-FC27-4124-B1E5-D1CB6131CFC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D3314-0115-5286-9DC1-034A5B509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BD248-6DFB-F6BD-A7F6-AB458DA6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4BBB-EB77-4E99-93AA-4F0AD5927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94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0A0AF6-702A-7F1E-C74A-1FE9EA76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ADB69-AE8E-33D1-98E0-115E63CBD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98644-4A39-E542-420B-4F7A55F763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80442-FC27-4124-B1E5-D1CB6131CFC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C4CC5-7814-9345-5EDB-EA57A8039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73911-05B9-C2EC-EA27-246747D8E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24BBB-EB77-4E99-93AA-4F0AD5927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71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3A452-1192-0BC4-31F9-7FFB8F21AC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preprocessing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FECE3-36AB-5A11-3E11-81A39EEE94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0240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C4A66-FE82-B142-71F1-4834ACD38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E37E4-AEEC-0AAA-74AC-8764128DDF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preprocessing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EF907-61ED-B104-3137-5A185C03DE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7F075-4B75-DEF8-8A4E-C4E4F3577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990259"/>
            <a:ext cx="10964805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88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E928-1C46-F72E-2BF7-1C4BF5419C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Vector embeddings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116C2-E9B7-1456-F1C8-6C23B4740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1952" y="413703"/>
            <a:ext cx="8766048" cy="1417320"/>
          </a:xfrm>
        </p:spPr>
        <p:txBody>
          <a:bodyPr>
            <a:normAutofit fontScale="92500"/>
          </a:bodyPr>
          <a:lstStyle/>
          <a:p>
            <a:r>
              <a:rPr lang="en-IN" dirty="0"/>
              <a:t> Model                     Dim    Size    SBERT MTEB   Notes</a:t>
            </a:r>
          </a:p>
          <a:p>
            <a:r>
              <a:rPr lang="en-IN" dirty="0"/>
              <a:t>  ────────────────────────────────────────────────────────</a:t>
            </a:r>
          </a:p>
          <a:p>
            <a:r>
              <a:rPr lang="en-IN" dirty="0"/>
              <a:t>  all-MiniLM-L6-v2          384    90MB    68.1         ✓ CHOSEN</a:t>
            </a:r>
          </a:p>
          <a:p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F87F6B1-1A5F-9F88-F94B-2A8A5EA18AC3}"/>
              </a:ext>
            </a:extLst>
          </p:cNvPr>
          <p:cNvSpPr txBox="1">
            <a:spLocks/>
          </p:cNvSpPr>
          <p:nvPr/>
        </p:nvSpPr>
        <p:spPr>
          <a:xfrm>
            <a:off x="1901952" y="4022535"/>
            <a:ext cx="8766048" cy="141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90BAC6-88D6-FDF7-57D3-72068B065B6F}"/>
              </a:ext>
            </a:extLst>
          </p:cNvPr>
          <p:cNvSpPr txBox="1"/>
          <p:nvPr/>
        </p:nvSpPr>
        <p:spPr>
          <a:xfrm>
            <a:off x="3235452" y="4337284"/>
            <a:ext cx="6099048" cy="118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IN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cosine_similarity</a:t>
            </a:r>
            <a:endParaRPr lang="en-I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 algn="ctr">
              <a:lnSpc>
                <a:spcPts val="1425"/>
              </a:lnSpc>
              <a:buNone/>
            </a:pPr>
            <a:endParaRPr lang="en-IN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algn="ctr">
              <a:lnSpc>
                <a:spcPts val="1425"/>
              </a:lnSpc>
            </a:pPr>
            <a:r>
              <a:rPr lang="en-IN" dirty="0"/>
              <a:t>MODEL CHOICE</a:t>
            </a:r>
          </a:p>
          <a:p>
            <a:pPr algn="ctr">
              <a:lnSpc>
                <a:spcPts val="1425"/>
              </a:lnSpc>
            </a:pPr>
            <a:endParaRPr lang="en-IN" dirty="0"/>
          </a:p>
          <a:p>
            <a:pPr algn="ctr">
              <a:lnSpc>
                <a:spcPts val="1425"/>
              </a:lnSpc>
            </a:pPr>
            <a:r>
              <a:rPr lang="en-IN" dirty="0"/>
              <a:t>CHUNKING STRATEGY – 512 TOKENS transformers max</a:t>
            </a:r>
          </a:p>
          <a:p>
            <a:pPr algn="ctr">
              <a:lnSpc>
                <a:spcPts val="1425"/>
              </a:lnSpc>
              <a:buNone/>
            </a:pPr>
            <a:endParaRPr lang="en-I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CD550-DF62-4E63-65D3-5353564C857B}"/>
              </a:ext>
            </a:extLst>
          </p:cNvPr>
          <p:cNvSpPr txBox="1"/>
          <p:nvPr/>
        </p:nvSpPr>
        <p:spPr>
          <a:xfrm>
            <a:off x="1901952" y="5836075"/>
            <a:ext cx="10081260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The 64-token overlap prevents boundary effects where a sentence</a:t>
            </a:r>
          </a:p>
          <a:p>
            <a:pPr algn="ctr">
              <a:lnSpc>
                <a:spcPts val="1425"/>
              </a:lnSpc>
              <a:buNone/>
            </a:pP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  is split mid-thought across chunks.</a:t>
            </a:r>
          </a:p>
        </p:txBody>
      </p:sp>
    </p:spTree>
    <p:extLst>
      <p:ext uri="{BB962C8B-B14F-4D97-AF65-F5344CB8AC3E}">
        <p14:creationId xmlns:p14="http://schemas.microsoft.com/office/powerpoint/2010/main" val="481839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DA751B-F5B7-BF19-B5B0-9BBF7FC49565}"/>
              </a:ext>
            </a:extLst>
          </p:cNvPr>
          <p:cNvSpPr txBox="1"/>
          <p:nvPr/>
        </p:nvSpPr>
        <p:spPr>
          <a:xfrm>
            <a:off x="3047215" y="2415694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EACH vector = 384 floats × 4 bytes/float = 1,536 bytes/doc</a:t>
            </a:r>
          </a:p>
          <a:p>
            <a:endParaRPr lang="en-IN" dirty="0"/>
          </a:p>
          <a:p>
            <a:r>
              <a:rPr lang="en-IN" dirty="0"/>
              <a:t>MINILM (384D):</a:t>
            </a:r>
          </a:p>
          <a:p>
            <a:r>
              <a:rPr lang="en-IN" dirty="0"/>
              <a:t>15,000 docs × 1,536 bytes = 23MB</a:t>
            </a:r>
          </a:p>
          <a:p>
            <a:endParaRPr lang="en-IN" dirty="0"/>
          </a:p>
          <a:p>
            <a:r>
              <a:rPr lang="en-IN" dirty="0"/>
              <a:t>MPNET (768D):  </a:t>
            </a:r>
          </a:p>
          <a:p>
            <a:r>
              <a:rPr lang="en-IN" dirty="0"/>
              <a:t>15,000 docs × 3,072 bytes = 46MB (2x)</a:t>
            </a:r>
          </a:p>
        </p:txBody>
      </p:sp>
    </p:spTree>
    <p:extLst>
      <p:ext uri="{BB962C8B-B14F-4D97-AF65-F5344CB8AC3E}">
        <p14:creationId xmlns:p14="http://schemas.microsoft.com/office/powerpoint/2010/main" val="2851651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E5E5A-189B-A908-B8A6-CB025AEF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04A4-D27E-35A1-D7EA-B713A1835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93520" y="-1347533"/>
            <a:ext cx="9144000" cy="2387600"/>
          </a:xfrm>
        </p:spPr>
        <p:txBody>
          <a:bodyPr/>
          <a:lstStyle/>
          <a:p>
            <a:r>
              <a:rPr lang="en-IN" dirty="0"/>
              <a:t>Vector embeddings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F89A0B8-3AA3-8A5F-DFA3-6BC00C19DE9C}"/>
              </a:ext>
            </a:extLst>
          </p:cNvPr>
          <p:cNvSpPr txBox="1">
            <a:spLocks/>
          </p:cNvSpPr>
          <p:nvPr/>
        </p:nvSpPr>
        <p:spPr>
          <a:xfrm>
            <a:off x="1901952" y="4022535"/>
            <a:ext cx="8766048" cy="141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2A99F32-28E1-4928-5182-F47C37A324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702E5-2F1D-91EE-0FE0-93D7286B3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25" y="1040067"/>
            <a:ext cx="10306949" cy="581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6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1EBEA-DE70-4907-62FC-85701E2F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1CB21-8BC3-8EA8-EF86-BFAAC604FE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721C8-FCBE-FB84-77E7-8581B3D6DE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K-Means assigns exactly one cluster label per document</a:t>
            </a:r>
          </a:p>
          <a:p>
            <a:r>
              <a:rPr lang="en-IN" dirty="0"/>
              <a:t>BEZDEK FCM ALGORITHM – FUZZY</a:t>
            </a:r>
          </a:p>
          <a:p>
            <a:r>
              <a:rPr lang="en-IN" dirty="0"/>
              <a:t>Partition Coefficient (PC) – #CLUSTERING 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518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096CF-854C-AFE3-17B4-B042BE68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B8F5-562E-21BD-4B27-7277B4CD4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F67ED-E3CA-59C8-7795-881AD7FF3B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UMAP dimensionality reduction + Fuzzy C-Means clustering.</a:t>
            </a:r>
          </a:p>
          <a:p>
            <a:r>
              <a:rPr lang="en-US" dirty="0"/>
              <a:t> pairwise distances converge to the same value as D→∞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DB5F8-909A-EC3F-67D2-7A950A6A37FA}"/>
              </a:ext>
            </a:extLst>
          </p:cNvPr>
          <p:cNvSpPr txBox="1"/>
          <p:nvPr/>
        </p:nvSpPr>
        <p:spPr>
          <a:xfrm>
            <a:off x="530352" y="5349874"/>
            <a:ext cx="12271248" cy="823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UMAP vs PCA vs t-SNE: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  PCA:   Linear. Cannot capture curved manifolds in embedding space. Poor cluster </a:t>
            </a:r>
            <a:r>
              <a:rPr lang="en-IN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sep.</a:t>
            </a:r>
            <a:endParaRPr lang="en-I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  t-SNE: Non-parametric. No transform() for new query vectors. Unusable at inference.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  UMAP:  Non-linear + parametric. Has transform() → can project new queries. ✓ CHOSEN</a:t>
            </a:r>
          </a:p>
        </p:txBody>
      </p:sp>
    </p:spTree>
    <p:extLst>
      <p:ext uri="{BB962C8B-B14F-4D97-AF65-F5344CB8AC3E}">
        <p14:creationId xmlns:p14="http://schemas.microsoft.com/office/powerpoint/2010/main" val="169621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C2BEF-DF95-8D7E-4CE6-D15C0F39B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0C1FE-61DE-E7AF-C6C8-110CA0EFAA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usearch</a:t>
            </a:r>
            <a:r>
              <a:rPr lang="en-IN" dirty="0"/>
              <a:t> HNSW vector index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B577B1-6906-98B7-D86D-8B1B1F2C2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336" y="3509963"/>
            <a:ext cx="11387328" cy="1655762"/>
          </a:xfrm>
        </p:spPr>
        <p:txBody>
          <a:bodyPr>
            <a:normAutofit/>
          </a:bodyPr>
          <a:lstStyle/>
          <a:p>
            <a:r>
              <a:rPr lang="pt-BR" dirty="0"/>
              <a:t>Build: O(N log N). Query: O(log N). Dynamic insert: O(log N)</a:t>
            </a:r>
          </a:p>
          <a:p>
            <a:endParaRPr lang="pt-BR" dirty="0"/>
          </a:p>
          <a:p>
            <a:r>
              <a:rPr lang="en-US" dirty="0"/>
              <a:t>02_build_index.py — Embed all documents and build HNSW vector index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9571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DFFCB-517D-CDD3-255A-CF67135A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9C4B-2939-531D-7F10-7E93663FA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40163" y="-669861"/>
            <a:ext cx="9144000" cy="2387600"/>
          </a:xfrm>
        </p:spPr>
        <p:txBody>
          <a:bodyPr/>
          <a:lstStyle/>
          <a:p>
            <a:r>
              <a:rPr lang="en-IN" dirty="0"/>
              <a:t>BEZDEK FCM ALGORITHM</a:t>
            </a:r>
            <a:br>
              <a:rPr lang="en-IN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A7BD7A-6310-7C77-98EB-A5869776E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251" y="749006"/>
            <a:ext cx="8817197" cy="610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42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C2FBD-0BBE-44EA-FFE7-7A4B481F3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6070-2940-35A5-32A1-56CE410846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CACHE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551B0-7841-80D5-B405-3F406D090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STRUCTURE: {</a:t>
            </a:r>
            <a:r>
              <a:rPr lang="en-US" dirty="0" err="1"/>
              <a:t>cluster_id</a:t>
            </a:r>
            <a:r>
              <a:rPr lang="en-US" dirty="0"/>
              <a:t>: [</a:t>
            </a:r>
            <a:r>
              <a:rPr lang="en-US" dirty="0" err="1"/>
              <a:t>CacheEntry</a:t>
            </a:r>
            <a:r>
              <a:rPr lang="en-US" dirty="0"/>
              <a:t>, ...]}</a:t>
            </a:r>
            <a:endParaRPr lang="en-IN" dirty="0"/>
          </a:p>
          <a:p>
            <a:r>
              <a:rPr lang="en-IN" dirty="0"/>
              <a:t>PERSIST</a:t>
            </a:r>
          </a:p>
          <a:p>
            <a:r>
              <a:rPr lang="en-IN" dirty="0"/>
              <a:t>&gt;1HR TTL CONTINUE OR SKIP</a:t>
            </a:r>
          </a:p>
          <a:p>
            <a:r>
              <a:rPr lang="en-IN" dirty="0"/>
              <a:t>THRESHOLD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352AF49F-6929-6600-1E3E-D02A92736D44}"/>
              </a:ext>
            </a:extLst>
          </p:cNvPr>
          <p:cNvSpPr/>
          <p:nvPr/>
        </p:nvSpPr>
        <p:spPr>
          <a:xfrm>
            <a:off x="3450210" y="4291553"/>
            <a:ext cx="659877" cy="59388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1DE7239F-7447-117E-14FB-453CD088C1B5}"/>
              </a:ext>
            </a:extLst>
          </p:cNvPr>
          <p:cNvSpPr/>
          <p:nvPr/>
        </p:nvSpPr>
        <p:spPr>
          <a:xfrm>
            <a:off x="2405406" y="3429000"/>
            <a:ext cx="659877" cy="59388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284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2C806-E6F5-94CD-28FC-ED3DE8E1E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931DF-CA26-094B-8AEF-B2269F945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998976" y="-1492821"/>
            <a:ext cx="9144000" cy="2387600"/>
          </a:xfrm>
        </p:spPr>
        <p:txBody>
          <a:bodyPr/>
          <a:lstStyle/>
          <a:p>
            <a:r>
              <a:rPr lang="en-IN" dirty="0"/>
              <a:t>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50716-00C2-F51F-E25A-4B99FCBFC1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3019B-C25C-F9C6-6F8E-3A19B6DCB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307" y="181438"/>
            <a:ext cx="9478698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97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9020A-91DD-DAC0-FFCC-6FDA4EAAB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878EC-1243-2E39-538F-090CE464DD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AF55B-CFB1-BD18-5DFA-BEB183A29E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7095A-B6CB-EB74-F78C-B563E71AE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8096"/>
            <a:ext cx="13856686" cy="344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79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82099-9070-00A8-38E9-C8F235DD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Lifespan Context Manager Does</a:t>
            </a:r>
            <a:br>
              <a:rPr lang="en-IN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3A0B1D-5FA7-CD9F-AB14-120A7087C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2BD614-1E56-404E-F221-09E8C668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85" y="2428328"/>
            <a:ext cx="5944430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19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BFB7DD-77A4-86EB-543A-B605080BF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355"/>
            <a:ext cx="12192000" cy="607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80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F40A305-767A-F62B-2306-C1177C9FD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93435" y="-468646"/>
            <a:ext cx="17951842" cy="79667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533F4C-AD0F-30F3-B2FC-BA39C5C19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D038F-F3B3-3328-CECF-38C874B5C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ED484A-40BD-23B6-D5F9-B379182BA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26236"/>
            <a:ext cx="11240222" cy="555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28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268</Words>
  <Application>Microsoft Office PowerPoint</Application>
  <PresentationFormat>Widescreen</PresentationFormat>
  <Paragraphs>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 Theme</vt:lpstr>
      <vt:lpstr>preprocessing</vt:lpstr>
      <vt:lpstr>preprocessing</vt:lpstr>
      <vt:lpstr>Vector embeddings</vt:lpstr>
      <vt:lpstr>PowerPoint Presentation</vt:lpstr>
      <vt:lpstr>Vector embeddings</vt:lpstr>
      <vt:lpstr>CLUSTERING</vt:lpstr>
      <vt:lpstr>CLUSTERING</vt:lpstr>
      <vt:lpstr>usearch HNSW vector index </vt:lpstr>
      <vt:lpstr>BEZDEK FCM ALGORITHM </vt:lpstr>
      <vt:lpstr>CACHE</vt:lpstr>
      <vt:lpstr>API</vt:lpstr>
      <vt:lpstr>PowerPoint Presentation</vt:lpstr>
      <vt:lpstr>What the Lifespan Context Manager Does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Girija G</dc:creator>
  <cp:lastModifiedBy>Girija G</cp:lastModifiedBy>
  <cp:revision>4</cp:revision>
  <dcterms:created xsi:type="dcterms:W3CDTF">2026-03-08T10:54:33Z</dcterms:created>
  <dcterms:modified xsi:type="dcterms:W3CDTF">2026-03-08T11:38:28Z</dcterms:modified>
</cp:coreProperties>
</file>